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F583D2-D2D7-43DF-9AE2-B7270EB883F3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343103-71C2-4EF6-B011-8565A9FC9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482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6EADF-B1A3-4DE3-A54F-EBD22A18AF13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F2E8-081C-43B5-B3C4-78CA8AB87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33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6EADF-B1A3-4DE3-A54F-EBD22A18AF13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F2E8-081C-43B5-B3C4-78CA8AB87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383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6EADF-B1A3-4DE3-A54F-EBD22A18AF13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F2E8-081C-43B5-B3C4-78CA8AB87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795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6EADF-B1A3-4DE3-A54F-EBD22A18AF13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F2E8-081C-43B5-B3C4-78CA8AB87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418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6EADF-B1A3-4DE3-A54F-EBD22A18AF13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F2E8-081C-43B5-B3C4-78CA8AB87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638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6EADF-B1A3-4DE3-A54F-EBD22A18AF13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F2E8-081C-43B5-B3C4-78CA8AB87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731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6EADF-B1A3-4DE3-A54F-EBD22A18AF13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F2E8-081C-43B5-B3C4-78CA8AB87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936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6EADF-B1A3-4DE3-A54F-EBD22A18AF13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F2E8-081C-43B5-B3C4-78CA8AB87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628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6EADF-B1A3-4DE3-A54F-EBD22A18AF13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F2E8-081C-43B5-B3C4-78CA8AB87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390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6EADF-B1A3-4DE3-A54F-EBD22A18AF13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F2E8-081C-43B5-B3C4-78CA8AB87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332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6EADF-B1A3-4DE3-A54F-EBD22A18AF13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F2E8-081C-43B5-B3C4-78CA8AB87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627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6EADF-B1A3-4DE3-A54F-EBD22A18AF13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BF2E8-081C-43B5-B3C4-78CA8AB87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36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3006" y="276837"/>
            <a:ext cx="8649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NIRMAYEE S. KADAM              PRN:25070521134                            SEC-C1</a:t>
            </a:r>
          </a:p>
          <a:p>
            <a:pPr algn="ctr"/>
            <a:r>
              <a:rPr lang="en-US" b="1" u="sng" dirty="0" smtClean="0"/>
              <a:t>EX 1.1.1- AREA OF CIRCLE</a:t>
            </a:r>
            <a:endParaRPr lang="en-IN" b="1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620785" y="738231"/>
            <a:ext cx="194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ALGORITHM</a:t>
            </a:r>
            <a:endParaRPr lang="en-IN" b="1" u="sng" dirty="0"/>
          </a:p>
        </p:txBody>
      </p:sp>
      <p:sp>
        <p:nvSpPr>
          <p:cNvPr id="6" name="TextBox 5"/>
          <p:cNvSpPr txBox="1"/>
          <p:nvPr/>
        </p:nvSpPr>
        <p:spPr>
          <a:xfrm>
            <a:off x="620785" y="3707934"/>
            <a:ext cx="177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FLOWCHART</a:t>
            </a:r>
            <a:endParaRPr lang="en-IN" b="1" u="sng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77" y="1312695"/>
            <a:ext cx="4172532" cy="19338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024" y="2726132"/>
            <a:ext cx="2400635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378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3006" y="276837"/>
            <a:ext cx="8649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NIRMAYEE S. KADAM              PRN:25070521134                            SEC-C1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620785" y="738231"/>
            <a:ext cx="194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CODE:</a:t>
            </a:r>
            <a:endParaRPr lang="en-IN" b="1" u="sng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85" y="1487458"/>
            <a:ext cx="6901565" cy="170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62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SIT NGP. LAB8</dc:creator>
  <cp:lastModifiedBy>SIT NGP. LAB8</cp:lastModifiedBy>
  <cp:revision>1</cp:revision>
  <dcterms:created xsi:type="dcterms:W3CDTF">2026-02-10T08:12:39Z</dcterms:created>
  <dcterms:modified xsi:type="dcterms:W3CDTF">2026-02-10T08:13:13Z</dcterms:modified>
</cp:coreProperties>
</file>